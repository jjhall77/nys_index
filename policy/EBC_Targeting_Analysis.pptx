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Block Counts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Targeting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27432"/>
          </a:xfrm>
          <a:prstGeom prst="rect">
            <a:avLst/>
          </a:prstGeom>
          <a:solidFill>
            <a:srgbClr val="01AD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Comparing block targeting algorithms for 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place-based violence intervention in NYC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John Hall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064556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algorithm best identifies the blocks where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intervention can prevent the most serious harm?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424K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violent crime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2900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shooting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victims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179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eligible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city blocks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5-year baseline: October 2020 – September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Nine Models, Three Families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560320"/>
          </a:xfrm>
          <a:prstGeom prst="rect">
            <a:avLst/>
          </a:prstGeom>
          <a:solidFill>
            <a:srgbClr val="064556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Gun Violence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Shootings + shots fired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only. Pure gun violence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560320" cy="25603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Count-Based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Violent crime ranked by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volume. Includes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outdoor &amp; felony variants.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25603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70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Crime Harm Index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Crimes weighted by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statutory seriousness.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151 distinct weights.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8EC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Blocks with precinct stations, hospitals, or large NYCHA developments are excluded from the eligible pool.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Each Model Captures</a:t>
            </a:r>
            <a:endParaRPr lang="en-US" sz="3000" dirty="0"/>
          </a:p>
        </p:txBody>
      </p:sp>
      <p:pic>
        <p:nvPicPr>
          <p:cNvPr id="3" name="Image 0" descr="/Users/johnhall/Documents/Research/nys_index/ebc_targeting_choices/output/07_capture_rate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single model dominates every dimension.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64792"/>
                <a:gridCol w="1764792"/>
                <a:gridCol w="176479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Gun Violence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CHI Outdoor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 Crime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GV capture (N=200)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12.1%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8.4%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4.9%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 20 GV coverage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95%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65%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 50 GV coverage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90%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38%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Felony violent capture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3.6%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6.1%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7.5%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 violent capture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3.3%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5.5%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7.3%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Shootings / block / yr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0.79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0.37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 crimes / block / yr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14.1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23.5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30.9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840480"/>
            <a:ext cx="2560320" cy="822960"/>
          </a:xfrm>
          <a:prstGeom prst="rect">
            <a:avLst/>
          </a:prstGeom>
          <a:solidFill>
            <a:srgbClr val="064556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Gun violence focus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Gun Violence model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3840480"/>
            <a:ext cx="2560320" cy="822960"/>
          </a:xfrm>
          <a:prstGeom prst="rect">
            <a:avLst/>
          </a:prstGeom>
          <a:solidFill>
            <a:srgbClr val="05705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 both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1188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 Outdoor model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3840480"/>
            <a:ext cx="2560320" cy="822960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Broad violence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Violent Crime model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Covering the Hottest Blocks</a:t>
            </a:r>
            <a:endParaRPr lang="en-US" sz="3000" dirty="0"/>
          </a:p>
        </p:txBody>
      </p:sp>
      <p:pic>
        <p:nvPicPr>
          <p:cNvPr id="3" name="Image 0" descr="/Users/johnhall/Documents/Research/nys_index/ebc_targeting_choices/output/08_top_gv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863840" cy="3375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55199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the Gun Violence model guarantees 100% of the top 20 and top 50 most violent blocks.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511239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 Outdoor captures 90–95%. Violent Crime models miss 35–62% of the top 50.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Much Do Models Agree?</a:t>
            </a:r>
            <a:endParaRPr lang="en-US" sz="3000" dirty="0"/>
          </a:p>
        </p:txBody>
      </p:sp>
      <p:pic>
        <p:nvPicPr>
          <p:cNvPr id="3" name="Image 0" descr="/Users/johnhall/Documents/Research/nys_index/ebc_targeting_choices/output/09_overlap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3776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 variants are near-identical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97% overlap between CHI Felony &amp; CHI Full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Gun Violence stands apart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18–44% overlap with other models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consensus blocks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Appear in all 9 models’ top 200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Harm Concentrates</a:t>
            </a:r>
            <a:endParaRPr lang="en-US" sz="3000" dirty="0"/>
          </a:p>
        </p:txBody>
      </p:sp>
      <p:pic>
        <p:nvPicPr>
          <p:cNvPr id="3" name="Image 0" descr="/Users/johnhall/Documents/Research/nys_index/ebc_targeting_choices/output/04_boroug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737725"/>
          </a:xfrm>
          <a:prstGeom prst="rect">
            <a:avLst/>
          </a:prstGeom>
        </p:spPr>
      </p:pic>
      <p:pic>
        <p:nvPicPr>
          <p:cNvPr id="4" name="Image 1" descr="/Users/johnhall/Documents/Research/nys_index/ebc_targeting_choices/output/03_concentration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840480" cy="2685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Brooklyn + Bronx = two-thirds of citywide gun violence, despite 37% of blocks.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 200 blocks capture 12% of gun violence but only 3–7% of broader violent crime.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Block Counts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targeting algorithm shapes which blocks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are eligible for randomization.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0" y="3200400"/>
            <a:ext cx="1371600" cy="18288"/>
          </a:xfrm>
          <a:prstGeom prst="rect">
            <a:avLst/>
          </a:prstGeom>
          <a:solidFill>
            <a:srgbClr val="8A9BA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John Hall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Block Counts — Targeting Analysis</dc:title>
  <dc:subject>PptxGenJS Presentation</dc:subject>
  <dc:creator>John Hall</dc:creator>
  <cp:lastModifiedBy>John Hall</cp:lastModifiedBy>
  <cp:revision>1</cp:revision>
  <dcterms:created xsi:type="dcterms:W3CDTF">2026-03-23T18:18:27Z</dcterms:created>
  <dcterms:modified xsi:type="dcterms:W3CDTF">2026-03-23T18:18:27Z</dcterms:modified>
</cp:coreProperties>
</file>